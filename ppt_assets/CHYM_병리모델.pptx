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48640" cy="5486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1089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이미지를 넣으면 손상 점수와 근거를 내주는 병리 AI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 병리의 판독 보조 (편차·근거 문제 해결)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방식: 전이학습 + MIL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출력: 손상 등급 + 근거 히트맵</a:t>
            </a:r>
            <a:endParaRPr lang="en-US" sz="1450" dirty="0"/>
          </a:p>
        </p:txBody>
      </p:sp>
      <p:pic>
        <p:nvPicPr>
          <p:cNvPr id="7" name="Image 0" descr="C:/team/chym_aki/ppt_assets/slide_architectur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371600"/>
            <a:ext cx="4937760" cy="2619501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02336" cy="40233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41832" y="29260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8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500" dirty="0"/>
          </a:p>
        </p:txBody>
      </p:sp>
      <p:pic>
        <p:nvPicPr>
          <p:cNvPr id="5" name="Image 0" descr="C:/team/chym_aki/ppt_assets/slide_probl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1626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48640" cy="5486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1089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및 핵심 도전 과제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200400" cy="3063240"/>
          </a:xfrm>
          <a:prstGeom prst="roundRect">
            <a:avLst>
              <a:gd name="adj" fmla="val 4179"/>
            </a:avLst>
          </a:prstGeom>
          <a:solidFill>
            <a:srgbClr val="FBEEF3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08760"/>
            <a:ext cx="3200400" cy="1684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C218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548640" y="3225089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환자 (KPMP)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7764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 · PAS · MT  /  Banff 0~3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도전 — 전이학습으로 해결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97680" y="210312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72명 → 처음부터 학습하면 과적합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병리 사전학습 CTransPath로 특징만 추출 (고정)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위에 가벼운 MIL만 학습 → 적은 데이터 극복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02336" cy="40233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41832" y="29260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8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아키텍처</a:t>
            </a:r>
            <a:endParaRPr lang="en-US" sz="1500" dirty="0"/>
          </a:p>
        </p:txBody>
      </p:sp>
      <p:pic>
        <p:nvPicPr>
          <p:cNvPr id="5" name="Image 0" descr="C:/team/chym_aki/ppt_assets/slide_architecture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02" y="868680"/>
            <a:ext cx="6547195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48640" cy="5486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1089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검증 — 감이 아닌 실험으로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추출기(백본) 3종 비교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평균 최고 → CTransPath 채택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 표기: PAS만 보면 DINOv2 근소 우위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염색 분리도 실험으로 검증</a:t>
            </a:r>
            <a:endParaRPr lang="en-US" sz="1450" dirty="0"/>
          </a:p>
        </p:txBody>
      </p:sp>
      <p:pic>
        <p:nvPicPr>
          <p:cNvPr id="6" name="Image 0" descr="C:/team/chym_aki/ppt_assets/pas/slide3_backb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701789"/>
            <a:ext cx="5029200" cy="2722902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48640" cy="5486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1089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검증 및 신뢰성 평가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429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C218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Temperature 보정: ECE 0.39 → 0.16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검증: 문서 주장을 재실험으로 반증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 평가 인프라: 버전 격리·재현 가능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설명가능성: 항목별 근거 분리 (병변 정답 부재→정성 검증)</a:t>
            </a:r>
            <a:endParaRPr lang="en-US" sz="1450" dirty="0"/>
          </a:p>
        </p:txBody>
      </p:sp>
      <p:pic>
        <p:nvPicPr>
          <p:cNvPr id="6" name="Image 0" descr="C:/team/chym_aki/ppt_assets/pas/slide4_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828800"/>
            <a:ext cx="4937760" cy="2179064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48640" cy="5486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1089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결과 — Baseline 대비 향상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대비 판독 일치도(QWK)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218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+0.11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위축 (0.388 → 0.493)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섬유화 +0.08, 평균 +0.05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3-seed × 5-fold (재현 가능)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신뢰구간 하한 &gt; 0 (유의)</a:t>
            </a:r>
            <a:endParaRPr lang="en-US" sz="1300" dirty="0"/>
          </a:p>
        </p:txBody>
      </p:sp>
      <p:pic>
        <p:nvPicPr>
          <p:cNvPr id="9" name="Image 0" descr="C:/team/chym_aki/ppt_assets/pas/slide11_coral_agre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510059"/>
            <a:ext cx="5029200" cy="3106362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48640" cy="54864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1089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및 한계점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서버(8001) → 뷰어 히트맵 연동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카드 + 근거 오버레이 + 리포트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한계: N=72, 외부검증 없음 (탐색적)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한계를 명확히 인지·표기</a:t>
            </a:r>
            <a:endParaRPr lang="en-US" sz="1450" dirty="0"/>
          </a:p>
        </p:txBody>
      </p:sp>
      <p:pic>
        <p:nvPicPr>
          <p:cNvPr id="6" name="Image 0" descr="C:/team/chym_aki/ppt_assets/slide_viewer_m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586669"/>
            <a:ext cx="5029200" cy="2953142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3017520"/>
            <a:ext cx="3657600" cy="3657600"/>
          </a:xfrm>
          <a:prstGeom prst="ellipse">
            <a:avLst/>
          </a:prstGeom>
          <a:solidFill>
            <a:srgbClr val="C2185B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성과 및 결론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E9E9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 문제를 ML 과제로 정의하고 해결</a:t>
            </a:r>
            <a:endParaRPr lang="en-US" sz="16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E9E9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전이학습으로 소규모 데이터 제약 극복</a:t>
            </a:r>
            <a:endParaRPr lang="en-US" sz="16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50" b="1" dirty="0">
                <a:solidFill>
                  <a:srgbClr val="E88A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검증 + Temperature 보정으로 신뢰성 확보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E9E9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연구에서 배포까지 완결 + 정직한 한계 인식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WSI 신장 병리 정량 분석 모델</dc:title>
  <dc:subject>PptxGenJS Presentation</dc:subject>
  <dc:creator>CHYM-AKI</dc:creator>
  <cp:lastModifiedBy>CHYM-AKI</cp:lastModifiedBy>
  <cp:revision>1</cp:revision>
  <dcterms:created xsi:type="dcterms:W3CDTF">2026-07-03T01:56:19Z</dcterms:created>
  <dcterms:modified xsi:type="dcterms:W3CDTF">2026-07-03T01:56:19Z</dcterms:modified>
</cp:coreProperties>
</file>